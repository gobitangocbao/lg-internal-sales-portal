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GE_Logo_HeritageRed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2900"/>
            <a:ext cx="1232203" cy="667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" y="1752600"/>
            <a:ext cx="1126032" cy="50800"/>
          </a:xfrm>
          <a:prstGeom prst="rect">
            <a:avLst/>
          </a:prstGeom>
          <a:solidFill>
            <a:srgbClr val="FD3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1898904"/>
            <a:ext cx="761344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FD312E"/>
                </a:solidFill>
                <a:latin typeface="LG EI Text SemiBold"/>
              </a:rPr>
              <a:t>QA</a:t>
            </a:r>
          </a:p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262626"/>
                </a:solidFill>
                <a:latin typeface="LG EI Headline"/>
              </a:rPr>
              <a:t>Kiểm thử</a:t>
            </a:r>
          </a:p>
        </p:txBody>
      </p:sp>
      <p:pic>
        <p:nvPicPr>
          <p:cNvPr id="5" name="Picture 4" descr="LGE_Electronics_Slogan_Horizontal_Mono_ActiveRed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952" y="6053799"/>
            <a:ext cx="2031841" cy="461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6F3EB"/>
      </a:lt1>
      <a:dk2>
        <a:srgbClr val="4A4946"/>
      </a:dk2>
      <a:lt2>
        <a:srgbClr val="F0ECE4"/>
      </a:lt2>
      <a:accent1>
        <a:srgbClr val="FD312E"/>
      </a:accent1>
      <a:accent2>
        <a:srgbClr val="A50034"/>
      </a:accent2>
      <a:accent3>
        <a:srgbClr val="4A4946"/>
      </a:accent3>
      <a:accent4>
        <a:srgbClr val="716F6A"/>
      </a:accent4>
      <a:accent5>
        <a:srgbClr val="CBC8C2"/>
      </a:accent5>
      <a:accent6>
        <a:srgbClr val="E6E1D6"/>
      </a:accent6>
      <a:hlink>
        <a:srgbClr val="A50034"/>
      </a:hlink>
      <a:folHlink>
        <a:srgbClr val="716F6A"/>
      </a:folHlink>
    </a:clrScheme>
    <a:fontScheme name="Office">
      <a:majorFont>
        <a:latin typeface="LG EI Headlin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G EI Text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